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36576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/tmp/deckbuild/logo_tcs_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20240" cy="6949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2286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 &amp; AMD AI Hackathon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502920" y="27432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</a:t>
            </a:r>
            <a:pPr indent="0" marL="0">
              <a:buNone/>
            </a:pPr>
            <a:r>
              <a:rPr lang="en-US" sz="6000" b="1" dirty="0">
                <a:solidFill>
                  <a:srgbClr val="ED1C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</a:t>
            </a:r>
            <a:endParaRPr lang="en-US" sz="6000" dirty="0"/>
          </a:p>
        </p:txBody>
      </p:sp>
      <p:sp>
        <p:nvSpPr>
          <p:cNvPr id="7" name="Text 3"/>
          <p:cNvSpPr/>
          <p:nvPr/>
        </p:nvSpPr>
        <p:spPr>
          <a:xfrm>
            <a:off x="548640" y="38862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Telco-Specific Customer LLM — a hallucination-resistant, fine-tuned support model on AMD MI300X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· Fine-Tuning · FINETUNING_002      |      Prashant Patil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INFORMATION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TruthLine — Telco-Specific Customer LLM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4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5129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 Patil   (Emp ID: 2437783)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172200" y="1965960"/>
            <a:ext cx="5532120" cy="1371600"/>
          </a:xfrm>
          <a:prstGeom prst="roundRect">
            <a:avLst>
              <a:gd name="adj" fmla="val 4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373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/ ROLE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373368" y="2459736"/>
            <a:ext cx="5129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 Patil — solo participant. Research, dataset curation, fine-tuning, multi-agent engineering, evaluation, business case &amp; presentation.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3520440"/>
            <a:ext cx="11247120" cy="1234440"/>
          </a:xfrm>
          <a:prstGeom prst="roundRect">
            <a:avLst>
              <a:gd name="adj" fmla="val 4444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366674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8368" y="4014216"/>
            <a:ext cx="1084478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TruthLine — a domain-expert telecom support LLM: proprietary knowledge in the weights, facts in the knowledge fabric, tools on the protocol, humans in the loop.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37760"/>
            <a:ext cx="11247120" cy="1600200"/>
          </a:xfrm>
          <a:prstGeom prst="roundRect">
            <a:avLst>
              <a:gd name="adj" fmla="val 3429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8368" y="50840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" y="5431536"/>
            <a:ext cx="108447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domain-expert telecom support LLM. We fine-tuned Qwen3-14B on AMD Instinct MI300X so proprietary knowledge — internal billing codes, router hardware, error codes — lives in the model's weights, wrapped in an agentic pipeline: guardrails, clarity gate, semantic cache, hybrid RAG, model router, trust gate, MCP enterprise tools, and a data flywheel. Result: held-out accuracy 22% → 94%, at 74% fewer tokens per answer — on one AMD GPU, with zero external API calls.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CONTEXT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Generic LLMs hallucinate on proprietary telecom knowledge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11247120" cy="1554480"/>
          </a:xfrm>
          <a:prstGeom prst="roundRect">
            <a:avLst>
              <a:gd name="adj" fmla="val 3529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 (use case FINETUNING_002)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108447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public LLMs hallucinate when faced with proprietary telecom jargon, specific router hardware models, and complex internal billing codes. Fine-tuning an open-source model on years of anonymized telecom support transcripts and technical manuals to create a domain-expert support model that provides perfectly accurate, step-by-step troubleshooting.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/ STAKEHOLDERS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5836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contact centres — customer self-service and agent-assist.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Broadly: any enterprise whose vocabulary (codes, SKUs, procedures) isn't on the public internet.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Stakeholders: support agents, NOC/operations, customers, support-cost owners.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5196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5312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5312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is high-volume and policy-bound; every confident wrong answer becomes a complaint, escalation, or churn — risk manufactured by the AI itself.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step-by-step answers deflect tickets and cut handle time, at 74% fewer tokens (~4x throughput per GPU).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4788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HACKATHON CHALLENGE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24788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— Fine-Tuning (Advanced).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FINETUNING_002: Telco-Specific Customer LLM.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PEFT / LoRA fine-tuning with measurable, reproducible accuracy and efficiency gains over the base model.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Eight-stage agentic pipeline, fully on AMD MI300X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182880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19456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query</a:t>
            </a:r>
            <a:pPr algn="ctr" indent="0" marL="0">
              <a:lnSpc>
                <a:spcPct val="95000"/>
              </a:lnSpc>
              <a:buNone/>
            </a:pP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1261872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353312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389888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PII·inject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32304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523744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60320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gate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first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02736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694176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730752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0-GPU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773168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4864608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901184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943600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35040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71616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BM25+vec·RRF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114032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7205472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242048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284464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375904" y="1883664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412480" y="1911096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1.5B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8375904" y="2414016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412480" y="2441448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14B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9454896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9546336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582912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gate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&lt;0.6 esc.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10625328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10716768" y="1883664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0753344" y="1911096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OK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10716768" y="2414016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753344" y="2441448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Human+MCP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182880" y="3291840"/>
            <a:ext cx="11612880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19456" y="3319272"/>
            <a:ext cx="115397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Instinct MI300X · 192 GB · ROCm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fine-tuned lanes trained (~60 s) and served on one card · live rocm-smi telemetry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182880" y="3813048"/>
            <a:ext cx="1179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flywheel:  approved answers → ground-truth store → semantic cache (instant, 0-GPU) + ~60-second LoRA retrain → smarter weights, nightly</a:t>
            </a:r>
            <a:endParaRPr lang="en-US" sz="1050" dirty="0"/>
          </a:p>
        </p:txBody>
      </p:sp>
      <p:sp>
        <p:nvSpPr>
          <p:cNvPr id="42" name="Shape 38"/>
          <p:cNvSpPr/>
          <p:nvPr/>
        </p:nvSpPr>
        <p:spPr>
          <a:xfrm>
            <a:off x="45720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5836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APPROACH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65836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(PEFT / LoRA) embeds proprietary domain knowledge in the weights; RAG grounds facts that change. Agentic orchestration on LangGraph with MCP enterprise tools and a feedback-to-weights data flywheel.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425196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445312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TECHNOLOGIES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445312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 + Qwen2.5-1.5B (open weights) · HuggingFace transformers + PEFT/LoRA (bf16) · LangGraph · LangChain hybrid RAG (BM25 + ChromaDB, RRF) · MCP SDK · vLLM · Streamlit · FastAPI · rocm-smi. AMD MI300X / ROCm — zero external API calls.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804672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824788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DURING HACKATHON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24788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it, from scratch: curated corpus + invented proprietary layer; LoRA fine-tuning of 14B + 1.5B; the LangGraph pipeline; guardrails, cache, router, trust gate; MCP server (expert routing, ITSM, outage feed); hybrid RAG; data flywheel; eval harness; 5-tab AMD console.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INSIGHTS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→ 94% accuracy · 74% fewer tokens · ~60s retrain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→ 94%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59436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accuracy (18 paraphrased Qs)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333756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7472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−74%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347472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tokens/answer (302 → 78) · −51% latency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1792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5508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~60 s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635508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LoRA retrain on one MI300X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9098280" y="196596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235440" y="213055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98% @ 740W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9235440" y="271576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utilization (rocm-smi)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5836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USED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5836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Qwen/Qwen3-14B — expert lane (LoRA, adapter-merged).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Qwen/Qwen2.5-1.5B — fast lane.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Qwen3-14B kept loadable for live hallucination comparison.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Embeddings: all-MiniLM-L6-v2.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25196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45312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(FINE-TUNING)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45312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 synthetic instruction-response samples (68 unique answers), incl. a proprietary layer of 24 invented internal facts — billing codes, CPE hardware, error codes.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deliberately so they're absent from any base model's pretraining, making the accuracy gain provable. Production swaps in anonymized transcripts.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04672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4788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· TOKENS · LATENCY · GPU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24788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LoRA bf16, rank 32, 12 epochs, ~0.9% of params; ~60s (14B), ~55s (1.5B).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78/answer fine-tuned vs 302 base (B-204: 66 vs 320-cap).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cache ~10ms · 1.5B ~1-2s · 14B ~4-13s.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192GB MI300X; full stack &lt;35% of one card.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DEMO SUMMARY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 deflection that gets smarter every night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 / VALUE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51297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→ 94% accuracy and 74% fewer tokens (~4x throughput per GPU).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Low-trust answers escalate to the right on-call expert via MCP with an auto ITSM ticket — never reaching the customer. Repeat questions become zero-GPU cache hits, and the model improves nightly from human feedback in ~60s of GPU time, with no ML team in the loop.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72200" y="196596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373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DIFFERENTIATORS / INNOVATION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373368" y="2459736"/>
            <a:ext cx="51297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Measurable fine-tuning — synthetic proprietary eval makes 22%→94% provable.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flywheel — approvals become a zero-GPU cache AND the next training set (viable only because retraining costs ~60s on AMD).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Right-sized compute — cache / 1.5B / 14B / human tiers on one card.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Self-policing trust gate; fully local on AMD ROCm.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2727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46268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 — LIVE HIGHLIGHTS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8368" y="4974336"/>
            <a:ext cx="10844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Base vs fine-tuned, live — base invents internal code B-204; TruthLine answers correctly from its weights.   2. Pipeline trace — PII masked, model-router decision, live MCP outage feed, trust score.   3. Right-sizing — FAQ → 1.5B fast lane, proprietary codes → 14B expert.   4. Flywheel — thumbs-up an answer, re-ask → instant zero-GPU cache hit.   5. Self-policing — an invented price trips the trust gate → escalation + MCP ITSM ticket.   6. Observability — live rocm-smi telemetry; a ~60-second retrain at 98% GPU.   Result: 22% → 94% accuracy, −74% tokens.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36576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/tmp/deckbuild/logo_tcs_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20240" cy="6949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1201400" y="36576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pic>
        <p:nvPicPr>
          <p:cNvPr id="6" name="Image 2" descr="/tmp/deckbuild/logo_t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457200"/>
            <a:ext cx="411480" cy="3931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8" name="Text 3"/>
          <p:cNvSpPr/>
          <p:nvPr/>
        </p:nvSpPr>
        <p:spPr>
          <a:xfrm>
            <a:off x="5486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pPr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domain truth in the weights, on AMD.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2026-06-15T17:21:26Z</dcterms:created>
  <dcterms:modified xsi:type="dcterms:W3CDTF">2026-06-15T17:21:26Z</dcterms:modified>
</cp:coreProperties>
</file>