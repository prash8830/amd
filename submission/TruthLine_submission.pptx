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Qwen3-14B</c:v>
                </c:pt>
              </c:strCache>
            </c:strRef>
          </c:tx>
          <c:spPr>
            <a:solidFill>
              <a:srgbClr val="6E6A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Public telecom</c:v>
                  </c:pt>
                  <c:pt idx="2">
                    <c:v>Hardware</c:v>
                  </c:pt>
                  <c:pt idx="3">
                    <c:v>Error codes</c:v>
                  </c:pt>
                  <c:pt idx="4">
                    <c:v>Billing codes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80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TruthLine fine-tuned</c:v>
                </c:pt>
              </c:strCache>
            </c:strRef>
          </c:tx>
          <c:spPr>
            <a:solidFill>
              <a:srgbClr val="ED1C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Public telecom</c:v>
                  </c:pt>
                  <c:pt idx="2">
                    <c:v>Hardware</c:v>
                  </c:pt>
                  <c:pt idx="3">
                    <c:v>Error codes</c:v>
                  </c:pt>
                  <c:pt idx="4">
                    <c:v>Billing codes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94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F1E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A3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212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9A3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2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FINE-TUNING · FINETUNING_002 · AMD INSTINCT MI300X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TruthLine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model that cannot be bluffed.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 → 94%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accuracy on proprietary telecom knowledge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7889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017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262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LoRA fine-tune on one MI300X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3017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−74%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answer vs base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8463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this week:  </a:t>
            </a:r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domain-expert models · 7-stage agentic pipeline · MCP tool layer · hybrid RAG · semantic cache · data flywheel · vLLM serving path · live AMD telemetry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Patil — research · architecture · fine-tuning · engineering        All code written during the hackathon · open-source stack · concepts adapted from the author's patent-pending TruthGate design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telco has a B-204. No public model knows what it means.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1D1D1D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QWEN3-14B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prorated adjustment credit — you were overcharged and are being credited”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INVENTED. </a:t>
            </a:r>
            <a:pPr indent="0" marL="0">
              <a:buNone/>
            </a:pPr>
            <a:r>
              <a:rPr lang="en-US" sz="13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now expects a refund that doesn't exist — a complaint, an escalation, a churn risk, manufactured by the AI itself.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1D1D1D"/>
          </a:solidFill>
          <a:ln w="19050">
            <a:solidFill>
              <a:srgbClr val="2FBF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TRUTHLINE DOMAIN-EXPERT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“B-204 is a prorated plan-change adjustment — a one-time charge after a mid-cycle plan switch”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3383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from the weights. </a:t>
            </a:r>
            <a:pPr indent="0" marL="0">
              <a:buNone/>
            </a:pPr>
            <a:r>
              <a:rPr lang="en-US" sz="13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same GPU, sixty seconds of fine-tuning apart.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864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say “I don't know”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invent plausible answers for internal codes, router hardware, and error codes.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4709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864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can fix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knowledge was never in the pretraining data — context tricks don't create knowledge.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47304" y="4709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4864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this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48472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contact centers (agent-assist + self-service) — and any enterprise whose vocabulary isn't on the public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STEP 6 OF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kill hallucination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207008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340864"/>
            <a:ext cx="10972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92808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injection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2286000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2340864"/>
            <a:ext cx="12618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gate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guess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12280" y="148132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153619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fine-tuned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312724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318211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 · vLLM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2396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0.6 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469880" y="148132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15270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469880" y="312724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24744" y="3182112"/>
            <a:ext cx="1444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expert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977640" y="4434840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44805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fabric — hybrid RAG (BM25 + vector, RRF) · MCP outage feed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54406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83664" y="5495544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DB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pairs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0" y="544068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5495544"/>
            <a:ext cx="18105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Tier-zero cache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GPU · 10 ms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223760" y="54406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5495544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LoRA retrain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MI300X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664208" y="2720340"/>
            <a:ext cx="228600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18688" y="2720340"/>
            <a:ext cx="228600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18888" y="2720340"/>
            <a:ext cx="301752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6446520" y="1915668"/>
            <a:ext cx="36576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46520" y="2830068"/>
            <a:ext cx="36576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58200" y="1915668"/>
            <a:ext cx="36576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8458200" y="2830068"/>
            <a:ext cx="36576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0149840" y="1915668"/>
            <a:ext cx="32004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149840" y="2830068"/>
            <a:ext cx="32004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7635240" y="4014216"/>
            <a:ext cx="914" cy="42062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1841480" y="2350008"/>
            <a:ext cx="914" cy="3922776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2834640" y="6272784"/>
            <a:ext cx="900684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2834640" y="6190488"/>
            <a:ext cx="914" cy="82296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840480" y="5806440"/>
            <a:ext cx="73152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92240" y="5806440"/>
            <a:ext cx="73152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235440" y="5806440"/>
            <a:ext cx="54864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784080" y="3566160"/>
            <a:ext cx="914" cy="2240280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8476488" y="3566160"/>
            <a:ext cx="1307592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FLYWHEEL   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thumbs-up becomes ground truth: served instantly from the tier-zero cache (zero GPU) and auto-merged into the next 60-second retrain. Every approval becomes tomorrow's weights.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 · MEASURED ON 18 HELD-OUT, PARAPHRASED QUESTIONS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Proof, not promises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7607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facts are synthetic — invented by us — so the base model cannot know them. The improvement is provable, not anecdotal.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720840" y="160020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76479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03720" y="249631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LoRA retrain on one MI300X — r=32, bf16, ~0.9% of parameters trained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160020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0" y="176479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−74%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509760" y="249631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answer (302 → 78) · −51% end-to-end latency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20840" y="370332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386791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&lt;35%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903720" y="459943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one 192 GB MI300X hosts the entire serving stack: 14B + 1.5B + comparison copy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0" y="370332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0" y="386791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9509760" y="459943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 at ~740 W during training — live rocm-smi telemetry built into the product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· DEMO · ROAD AHEAD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this week. Ready for Monday morning.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206240" cy="4069080"/>
          </a:xfrm>
          <a:prstGeom prst="roundRect">
            <a:avLst>
              <a:gd name="adj" fmla="val 1573"/>
            </a:avLst>
          </a:prstGeom>
          <a:solidFill>
            <a:srgbClr val="1D1D1D"/>
          </a:solidFill>
          <a:ln w="15875">
            <a:solidFill>
              <a:srgbClr val="2FBF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— NOT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703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14B + 1.5B domain-expert models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agentic pipeline — guardrails, clarity gate, trust gate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enterprise server: expert escalation routing + live outage feed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(BM25 + vector, RRF query fusion)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Tier-zero semantic cache + data flywheel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serving path · 4-tab console · live AMD telemetry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 harness (the 94% number)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291840" cy="4069080"/>
          </a:xfrm>
          <a:prstGeom prst="roundRect">
            <a:avLst>
              <a:gd name="adj" fmla="val 194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719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205740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hallucinates live — TruthLine answers from its weights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in the pipeline trace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 visible in a real server terminal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→ instant zero-GPU cache hit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lights up for a 60-second retrain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1554480"/>
            <a:ext cx="3200400" cy="4069080"/>
          </a:xfrm>
          <a:prstGeom prst="roundRect">
            <a:avLst>
              <a:gd name="adj" fmla="val 2000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719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FROM HERE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0" y="2057400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vLLM serving under production load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 into live CRM &amp; billing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/ DPO on rejection signals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scaled with anonymized transcripts — every adapter eval-gated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5897880"/>
            <a:ext cx="11201400" cy="658368"/>
          </a:xfrm>
          <a:prstGeom prst="roundRect">
            <a:avLst>
              <a:gd name="adj" fmla="val 9722"/>
            </a:avLst>
          </a:prstGeom>
          <a:solidFill>
            <a:srgbClr val="7A101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934456"/>
            <a:ext cx="10698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TruthLine doesn't just answer correctly today — every interaction makes tomorrow's model better, for one minute of AMD GPU time a night.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2026-06-11T19:33:16Z</dcterms:created>
  <dcterms:modified xsi:type="dcterms:W3CDTF">2026-06-11T19:33:16Z</dcterms:modified>
</cp:coreProperties>
</file>